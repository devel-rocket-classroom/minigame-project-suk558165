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9" r:id="rId12"/>
    <p:sldId id="270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1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383280"/>
            <a:ext cx="9144000" cy="36576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 횡스크롤 로그라이크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액션 게임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모티브: 던그리드, 스컬 더 히어로 슬레이어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김준영  |  Unity 6 (6000.3.15f1)  |  1인 개발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소개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구현한 범위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일정 요약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시스템 구현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특징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게임 소개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횡스크롤 로그라이크 액션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786384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모티브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0299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던그리드, 스컬 더 히어로 슬레이어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863840" cy="54864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883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6883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6 (6000.3.15f1) / C#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786384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467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33467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2026.05.18 ~ 06.05 (평일 15일)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050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범위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0050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기획, 프로그래밍, 레벨 디자인 (1인 개발)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게임 구조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737360" cy="640080"/>
          </a:xfrm>
          <a:prstGeom prst="rect">
            <a:avLst/>
          </a:prstGeom>
          <a:solidFill>
            <a:srgbClr val="1C2E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3716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737360" cy="640080"/>
          </a:xfrm>
          <a:prstGeom prst="rect">
            <a:avLst/>
          </a:prstGeom>
          <a:solidFill>
            <a:srgbClr val="1C2E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13716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737360" cy="640080"/>
          </a:xfrm>
          <a:prstGeom prst="rect">
            <a:avLst/>
          </a:prstGeom>
          <a:solidFill>
            <a:srgbClr val="1C2E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 (10방)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86600" y="1371600"/>
            <a:ext cx="1737360" cy="640080"/>
          </a:xfrm>
          <a:prstGeom prst="rect">
            <a:avLst/>
          </a:prstGeom>
          <a:solidFill>
            <a:srgbClr val="1C2E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클리어/오버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 구성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1188720" cy="77724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일반방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8803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2880360"/>
            <a:ext cx="1188720" cy="777240"/>
          </a:xfrm>
          <a:prstGeom prst="rect">
            <a:avLst/>
          </a:prstGeom>
          <a:solidFill>
            <a:srgbClr val="2E4A3E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2880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상점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8803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880360"/>
            <a:ext cx="1188720" cy="77724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880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일반방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8803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1188720" cy="777240"/>
          </a:xfrm>
          <a:prstGeom prst="rect">
            <a:avLst/>
          </a:prstGeom>
          <a:solidFill>
            <a:srgbClr val="4A2E2E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880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미니보스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8803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880360"/>
            <a:ext cx="1188720" cy="777240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2880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일반방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8803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2880360"/>
            <a:ext cx="1188720" cy="77724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2880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보스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로그라이크 요소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영구 죽음 (Permadeath)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 단위 진행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방 배치 (일반방 셔플)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범위 (1) — 플레이어 &amp; 전투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이동: WASD/방향키, 점프, 이단점프, 대시 (무적 프레임 + 고스트 이펙트)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마우스 방향 기반 근거리 / 원거리 / 마법 공격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시스템: 체력, 회피, 피해 감소, 크리티컬 히트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 교체: 2슬롯 시스템, C키로 전환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 10종: 검, 활, 석궁, 창, 망치, 건틀릿, 단검, 괭이, 낫, 지팡이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범위 (2) — 적 &amp; 보스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적 12종: 근거리, 원거리, 방패 등 다양한 AI 패턴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 AI: 순찰 → 추격 → 공격 상태 전환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미니보스: 3가지 패턴 (지면 파동, 도약 참격, 다단 돌진)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보스: 페이즈 2 시스템 — 돌진 / 내려찍기 / 탄막 / 콤보 참격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넉백, 히트박스 / 허트박스 분리 패턴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범위 (3) — 아이템 &amp; 상점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악세사리 16종: 공속, 크리티컬, 피해감소, 대시, 회피, 골드 드롭 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인벤토리: 장비 4슬롯 + 배낭 8슬롯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상점 시스템: 마을 상점 + 던전 내 상점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보물상자: 골드 드롭 물리 시뮬레이션 (코인 발사)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포션 드롭 &amp; 자동 수집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범위 (4) — UI &amp;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타이틀 / 일시정지 / 게임오버 / 게임클리어 화면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 변경, 오디오 설정 (BGM / SFX 볼륨)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지원 (한국어 / 영어) — Unity Localization 패키지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세이브 / 로드: AES-256 암호화 + 버전 마이그레이션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튜토리얼 시스템, 미니맵, 아이템 툴팁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시스템 — 던전 진행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342900" lvl="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e8ecf1"/>
                </a:solidFill>
                <a:latin typeface="Arial"/>
                <a:ea typeface="Arial"/>
                <a:cs typeface="Arial"/>
              </a:rPr>
              <a:t>RoomManager: 10개 방 순서 관리 (일반방 셔플)</a:t>
            </a:r>
            <a:endParaRPr lang="en-US" sz="1500">
              <a:solidFill>
                <a:srgbClr val="e8ecf1"/>
              </a:solidFill>
              <a:latin typeface="Arial"/>
              <a:ea typeface="Arial"/>
              <a:cs typeface="Arial"/>
            </a:endParaRPr>
          </a:p>
          <a:p>
            <a:pPr marL="342900" lvl="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e8ecf1"/>
                </a:solidFill>
                <a:latin typeface="Arial"/>
                <a:ea typeface="Arial"/>
                <a:cs typeface="Arial"/>
              </a:rPr>
              <a:t>SpawnManager: 웨이브 기반 적 스폰 (그룹, 간격)</a:t>
            </a:r>
            <a:endParaRPr lang="en-US" sz="1500">
              <a:solidFill>
                <a:srgbClr val="e8ecf1"/>
              </a:solidFill>
              <a:latin typeface="Arial"/>
              <a:ea typeface="Arial"/>
              <a:cs typeface="Arial"/>
            </a:endParaRPr>
          </a:p>
          <a:p>
            <a:pPr marL="342900" lvl="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e8ecf1"/>
                </a:solidFill>
                <a:latin typeface="Arial"/>
                <a:ea typeface="Arial"/>
                <a:cs typeface="Arial"/>
              </a:rPr>
              <a:t>방 클리어 → 포탈 활성화 → 페이드 전환 → 다음 방 로드</a:t>
            </a:r>
            <a:endParaRPr lang="en-US" sz="1500">
              <a:solidFill>
                <a:srgbClr val="e8ecf1"/>
              </a:solidFill>
              <a:latin typeface="Arial"/>
              <a:ea typeface="Arial"/>
              <a:cs typeface="Arial"/>
            </a:endParaRPr>
          </a:p>
          <a:p>
            <a:pPr marL="342900" lvl="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e8ecf1"/>
                </a:solidFill>
                <a:latin typeface="Arial"/>
                <a:ea typeface="Arial"/>
                <a:cs typeface="Arial"/>
              </a:rPr>
              <a:t>보스전 연출: BossIntro 컷씬, 전용 HP바, 이름 표시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371600"/>
            <a:ext cx="4572000" cy="2560320"/>
          </a:xfrm>
          <a:prstGeom prst="rect">
            <a:avLst/>
          </a:prstGeom>
          <a:solidFill>
            <a:srgbClr val="1C2E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게임 플레이 시연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또는 플레이 영상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335</ep:Words>
  <ep:PresentationFormat>On-screen Show (16:9)</ep:PresentationFormat>
  <ep:Paragraphs>91</ep:Paragraphs>
  <ep:Slides>11</ep:Slides>
  <ep:Notes>11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2026-06-07T09:05:44.000</dcterms:created>
  <dc:creator>김준영</dc:creator>
  <cp:lastModifiedBy>gfd31</cp:lastModifiedBy>
  <dcterms:modified xsi:type="dcterms:W3CDTF">2026-06-07T09:13:39.990</dcterms:modified>
  <cp:revision>3</cp:revision>
  <dc:subject>PptxGenJS Presentation</dc:subject>
  <dc:title>2D 횡스크롤 로그라이크 액션 게임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